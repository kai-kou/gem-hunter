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desig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cloudfl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testing-strateg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