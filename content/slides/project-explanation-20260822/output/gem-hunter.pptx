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o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ot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ot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doc-rel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desig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loudfl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testing-strate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