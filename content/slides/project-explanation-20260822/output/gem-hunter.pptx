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ot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ot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doc-relat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desig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cloudfla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testing-strateg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gem-sc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