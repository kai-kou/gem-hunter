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doc-rel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de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cloudfl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esting-strateg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